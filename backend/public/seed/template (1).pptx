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9169-DD5B-8C2B-15CD-24D3B32DA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97BCD-6D42-DF6C-2CCE-F7F947E0E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22C85-19AF-1D96-FA66-AF65FC1A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B4E4-4B2C-BDC5-B8E3-E73A438A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FEB6-800D-5B41-630B-058FE232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3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4987-5A2E-158E-97B4-3A64C066A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7CAF2-59E7-3E5A-8EB5-BF0377FF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ECEF6-8C73-67BE-AA53-D5141D67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19270-9A00-640B-E8F1-DE1F655D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B71FD-5E7A-35D1-F802-26E8319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55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B12AC-CB3C-AAA3-B5C9-80C5C601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758A9-62F9-C74A-A01F-D402932C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5610B-06AD-860F-F742-5139AFE9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20228-2998-A382-B03D-8276BE20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84D7-31DC-AA74-152B-D42F5553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3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EB64-BC14-DAC7-50CA-F0A4999E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9CFF7-296E-378A-218F-1A1C5D8F7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D1A16-E951-D11B-0427-19B61B4F8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C7808-2D08-FE1A-1892-B2576C6B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81C01-0891-22FE-DA37-AB4D81DE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AF128-5C99-E11A-DB1E-FFEE43BF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04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CB7B-5227-6C5F-C540-12750EA8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B914B-36C9-C042-56B5-27CC8C7AB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4434F-5FAD-9109-CE9A-1929A12CC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33C7F-984D-B2CB-16F9-F23186320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48D0D-CBE9-76EE-E5B2-4E7F1316B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D4B5B-E310-BF43-8B8D-448FE055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23F27-11C0-44BE-28E5-DCFB1197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84FACF-107E-9F3C-FC85-F673B2D9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25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1003-6B5B-FD5D-556D-D7640B5B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8B0CE-C3B1-C84B-3E0A-D21A9A848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CDAE-CE9F-23AA-7C82-A756F0D1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EC2BC-069E-82F6-E9EB-1DB4F02A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89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907253-C833-17EA-5768-9121C2FE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C2B6E-685C-D925-0612-21B3EAF3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11878-206D-7286-F75D-1E193033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66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1879-C43F-17C4-5600-C5DE396F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D0292-C083-192C-7EED-E92F1C54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25571-2E96-D1B9-3A1A-E7DEF3624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70CF-0E80-D06E-A48E-A98D3FA9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4EDEF-5D44-1F28-5C4A-791A7726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F39A-FD17-768B-3FC1-0FC84FCC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19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4EBE-9702-C83F-6FBC-B4F9823E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9ADB8D-4606-9393-2EDB-6C882C688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1F46B-87DD-E656-FBAF-F29DFEE68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455C3-49BA-EC87-A8F7-6D0F2EA2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7CA32-2E97-D1A5-D417-A4A8F04B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CFE31-73F2-7A93-D355-81279B9C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66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B593-A8B8-944A-93A2-08A50746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537B4-1663-A19F-D2FA-84E36E580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F934-BD25-4EA2-DA03-71F315F6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3088B-2590-5434-689D-38326D51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A955A-B2AC-8B6D-8509-53EDD5EA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5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32EF4-9F9E-EB80-CE57-59CF053C6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5ECE-A9A5-BD45-10D3-791F8E454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564B-1C01-AE35-AF00-2239C9AA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8ECB0-4928-C8B2-5DB8-A8CBF6EE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F6F3C-229A-5525-0957-DA0E71F4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2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F0D8F-9A45-FB0D-EA48-1961D6B3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D784-4290-BCC9-0540-F8CA64402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C0240-F638-9D5E-8B01-16760998C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CC042-FDE2-474E-A261-A5DA9ABE6E83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BC5E5-0FAD-CC65-C516-63BADB132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5BD6C-ACDA-DB51-561F-B84ABB4EE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DBBA-6737-4302-AAF9-584CB36B4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8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C7F11CC3-455A-31C6-4565-1378F547F5BD}"/>
              </a:ext>
            </a:extLst>
          </p:cNvPr>
          <p:cNvSpPr txBox="1">
            <a:spLocks/>
          </p:cNvSpPr>
          <p:nvPr/>
        </p:nvSpPr>
        <p:spPr>
          <a:xfrm>
            <a:off x="1524000" y="3854247"/>
            <a:ext cx="9144000" cy="60959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You-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SafetyApp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D377DE46-AEAE-CA39-600E-8698B4D0E68C}"/>
              </a:ext>
            </a:extLst>
          </p:cNvPr>
          <p:cNvSpPr txBox="1">
            <a:spLocks/>
          </p:cNvSpPr>
          <p:nvPr/>
        </p:nvSpPr>
        <p:spPr>
          <a:xfrm>
            <a:off x="648926" y="4546364"/>
            <a:ext cx="6813757" cy="239521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Sejal Sandeep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Sulakhe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(MC24F14F001)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Janhavi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Jagdishgiri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Maheta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(MC24F14F008)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Pratapsing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Gusinge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(MC24F14F049)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Aishwarya Surendra </a:t>
            </a:r>
            <a:r>
              <a:rPr lang="en-IN" sz="1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Dhadbale</a:t>
            </a:r>
            <a:r>
              <a:rPr lang="en-I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(MC24F14F056)</a:t>
            </a:r>
          </a:p>
          <a:p>
            <a:pPr marL="0" indent="0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37F314A-1519-908B-6A43-ECAD7BF02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186" y="893834"/>
            <a:ext cx="1452310" cy="143415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CF5EE5A-F905-35C6-A534-3EEAA57E0E7E}"/>
              </a:ext>
            </a:extLst>
          </p:cNvPr>
          <p:cNvSpPr txBox="1"/>
          <p:nvPr/>
        </p:nvSpPr>
        <p:spPr>
          <a:xfrm>
            <a:off x="929147" y="325854"/>
            <a:ext cx="10176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Engineering, Chhatrapati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Sambhajinagar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56FED6-4FFF-DF86-4FB9-C99E0800875E}"/>
              </a:ext>
            </a:extLst>
          </p:cNvPr>
          <p:cNvSpPr txBox="1"/>
          <p:nvPr/>
        </p:nvSpPr>
        <p:spPr>
          <a:xfrm>
            <a:off x="3018503" y="2509844"/>
            <a:ext cx="599767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MCA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 Presentation 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7A3A4F-24CC-2F9B-F353-AD05C8A53E53}"/>
              </a:ext>
            </a:extLst>
          </p:cNvPr>
          <p:cNvSpPr txBox="1"/>
          <p:nvPr/>
        </p:nvSpPr>
        <p:spPr>
          <a:xfrm>
            <a:off x="7177549" y="4777232"/>
            <a:ext cx="308732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Dr. Shubhangi D. </a:t>
            </a:r>
            <a:r>
              <a:rPr lang="en-IN" sz="2400" dirty="0" err="1"/>
              <a:t>Sapkal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57093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Mayuri Sadavarte</dc:creator>
  <cp:lastModifiedBy>Kiran Jawale</cp:lastModifiedBy>
  <cp:revision>3</cp:revision>
  <dcterms:created xsi:type="dcterms:W3CDTF">2025-10-29T16:50:18Z</dcterms:created>
  <dcterms:modified xsi:type="dcterms:W3CDTF">2025-12-03T08:27:20Z</dcterms:modified>
</cp:coreProperties>
</file>